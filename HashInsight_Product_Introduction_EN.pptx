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600" b="1">
                <a:solidFill>
                  <a:srgbClr val="FFFFFF"/>
                </a:solidFill>
              </a:defRPr>
            </a:pPr>
            <a:r>
              <a:t>HashInsight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39C12"/>
                </a:solidFill>
              </a:defRPr>
            </a:pPr>
            <a:r>
              <a:t>Professional Bitcoin Mining Management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Product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Target Users</a:t>
            </a:r>
          </a:p>
          <a:p>
            <a:pPr>
              <a:spcBef>
                <a:spcPts val="400"/>
              </a:spcBef>
              <a:defRPr sz="1400"/>
            </a:pPr>
            <a:r>
              <a:t>  Mining farms, hosting providers, large miners, institutional investors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Core Value Proposition</a:t>
            </a:r>
          </a:p>
          <a:p>
            <a:pPr>
              <a:spcBef>
                <a:spcPts val="400"/>
              </a:spcBef>
              <a:defRPr sz="1400"/>
            </a:pPr>
            <a:r>
              <a:t>  Data-driven decisions, professional financial management</a:t>
            </a:r>
          </a:p>
          <a:p>
            <a:pPr>
              <a:spcBef>
                <a:spcPts val="400"/>
              </a:spcBef>
              <a:defRPr sz="1400"/>
            </a:pPr>
            <a:r>
              <a:t>  Transparent customer service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Technical Guarantees</a:t>
            </a:r>
          </a:p>
          <a:p>
            <a:pPr>
              <a:spcBef>
                <a:spcPts val="400"/>
              </a:spcBef>
              <a:defRPr sz="1400"/>
            </a:pPr>
            <a:r>
              <a:t>  99.95% SLA, 9.8x performance, enterprise-grade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5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1. Intelligent Mining Calculator - 17+ models, dual validation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2. Technical Analysis Platform - 10 signal modules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3. Treasury Management - BTC inventory, selling strategies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4. CRM Customer Management - Full lifecycle tracking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5. Enterprise Security - KMS, mTLS, WireGuard VPN, audit logging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Enterprise Security &amp;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🔐 KMS Key Management</a:t>
            </a:r>
          </a:p>
          <a:p>
            <a:pPr>
              <a:spcBef>
                <a:spcPts val="400"/>
              </a:spcBef>
              <a:defRPr sz="1400"/>
            </a:pPr>
            <a:r>
              <a:t>  • Multi-cloud: AWS KMS, GCP KMS, Azure Key Vault</a:t>
            </a:r>
          </a:p>
          <a:p>
            <a:pPr>
              <a:spcBef>
                <a:spcPts val="400"/>
              </a:spcBef>
              <a:defRPr sz="1400"/>
            </a:pPr>
            <a:r>
              <a:t>  • AES-256 encryption, RSA-4096 keys, 90-day rotation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🔒 mTLS Mutual Authentication</a:t>
            </a:r>
          </a:p>
          <a:p>
            <a:pPr>
              <a:spcBef>
                <a:spcPts val="400"/>
              </a:spcBef>
              <a:defRPr sz="1400"/>
            </a:pPr>
            <a:r>
              <a:t>  • X.509 certificates, CRL/OCSP checking, certificate pinning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🔑 Advanced API Key Management</a:t>
            </a:r>
          </a:p>
          <a:p>
            <a:pPr>
              <a:spcBef>
                <a:spcPts val="400"/>
              </a:spcBef>
              <a:defRPr sz="1400"/>
            </a:pPr>
            <a:r>
              <a:t>  • Scoped permissions, rate limiting, automatic expiration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🛡️ WireGuard Enterprise VPN</a:t>
            </a:r>
          </a:p>
          <a:p>
            <a:pPr>
              <a:spcBef>
                <a:spcPts val="400"/>
              </a:spcBef>
              <a:defRPr sz="1400"/>
            </a:pPr>
            <a:r>
              <a:t>  • Zero-trust architecture, ChaCha20-Poly1305 encryption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📝 Audit Logging &amp; Compliance</a:t>
            </a:r>
          </a:p>
          <a:p>
            <a:pPr>
              <a:spcBef>
                <a:spcPts val="400"/>
              </a:spcBef>
              <a:defRPr sz="1400"/>
            </a:pPr>
            <a:r>
              <a:t>  • SOC 2 Type II ready, PCI DSS, GDPR compliant</a:t>
            </a:r>
          </a:p>
          <a:p>
            <a:pPr>
              <a:spcBef>
                <a:spcPts val="400"/>
              </a:spcBef>
              <a:defRPr sz="1400"/>
            </a:pPr>
            <a:r>
              <a:t>  • 24/7 security operations, quarterly penetration testing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Technical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096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SLA 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≥99.95%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Error budget ≤21.6 min/month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API Latency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p95 ≤250ms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Fast response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Error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≤0.1%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High reliability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Request Coalescing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Batch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5000+ miners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Concurrent calculation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6 Product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1. Industry's Only Dual-Algorithm Validation System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2. 9.8x Performance via Request Coalescing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3. Professional-Grade Treasury Management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4. 10 Intelligent Signal Aggregation Modules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5. Enterprise-Grade Security &amp; Compliance</a:t>
            </a:r>
          </a:p>
          <a:p>
            <a:pPr>
              <a:spcBef>
                <a:spcPts val="400"/>
              </a:spcBef>
              <a:defRPr sz="1400"/>
            </a:pPr>
            <a:r>
              <a:t>   KMS encryption, mTLS auth, SOC 2 ready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6. Fully Page-Isolated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Typical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Large Mining Farms</a:t>
            </a:r>
          </a:p>
          <a:p>
            <a:pPr>
              <a:spcBef>
                <a:spcPts val="400"/>
              </a:spcBef>
              <a:defRPr sz="1400"/>
            </a:pPr>
            <a:r>
              <a:t>  • 15,000+ miners, 10x efficiency, 15-20% cost savings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Hosting Providers</a:t>
            </a:r>
          </a:p>
          <a:p>
            <a:pPr>
              <a:spcBef>
                <a:spcPts val="400"/>
              </a:spcBef>
              <a:defRPr sz="1400"/>
            </a:pPr>
            <a:r>
              <a:t>  • 300+ clients, 40% trust increase, standardized service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Institutional Investors</a:t>
            </a:r>
          </a:p>
          <a:p>
            <a:pPr>
              <a:spcBef>
                <a:spcPts val="400"/>
              </a:spcBef>
              <a:defRPr sz="1400"/>
            </a:pPr>
            <a:r>
              <a:t>  • ROI evaluation, BTC inventory, 10-15% better timing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Flexible Subscription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34495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$0/mo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Basic calculator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Professional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$199/mo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Small-medium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Batch, analytics, CRM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$999/mo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Large institutions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Full features, Treasury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Custom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Custom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Ultra-large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Private deployment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C3E50"/>
                </a:solidFill>
              </a:defRPr>
            </a:pPr>
            <a:r>
              <a:t>Contact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8229600" cy="45720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defRPr sz="1400"/>
            </a:pPr>
            <a:r>
              <a:t>Business Inquiries</a:t>
            </a:r>
          </a:p>
          <a:p>
            <a:pPr>
              <a:spcBef>
                <a:spcPts val="400"/>
              </a:spcBef>
              <a:defRPr sz="1400"/>
            </a:pPr>
            <a:r>
              <a:t>  sales@hashinsight.io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Technical Support</a:t>
            </a:r>
          </a:p>
          <a:p>
            <a:pPr>
              <a:spcBef>
                <a:spcPts val="400"/>
              </a:spcBef>
              <a:defRPr sz="1400"/>
            </a:pPr>
            <a:r>
              <a:t>  support@hashinsight.io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Official Website</a:t>
            </a:r>
          </a:p>
          <a:p>
            <a:pPr>
              <a:spcBef>
                <a:spcPts val="400"/>
              </a:spcBef>
              <a:defRPr sz="1400"/>
            </a:pPr>
            <a:r>
              <a:t>  https://hashinsight.io</a:t>
            </a:r>
          </a:p>
          <a:p>
            <a:pPr>
              <a:spcBef>
                <a:spcPts val="400"/>
              </a:spcBef>
              <a:defRPr sz="1400"/>
            </a:pPr>
          </a:p>
          <a:p>
            <a:pPr>
              <a:spcBef>
                <a:spcPts val="400"/>
              </a:spcBef>
              <a:defRPr sz="1400"/>
            </a:pPr>
            <a:r>
              <a:t>Enterprise Support</a:t>
            </a:r>
          </a:p>
          <a:p>
            <a:pPr>
              <a:spcBef>
                <a:spcPts val="400"/>
              </a:spcBef>
              <a:defRPr sz="1400"/>
            </a:pPr>
            <a:r>
              <a:t>  • 24/7 technical hotline, 1-hour response SLA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