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HashInsight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9C12"/>
                </a:solidFill>
              </a:defRPr>
            </a:pPr>
            <a:r>
              <a:t>企业级比特币挖矿管理平台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Professional Bitcoin Mining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产品概述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/>
            </a:pPr>
            <a:r>
              <a:t>🎯 目标用户</a:t>
            </a:r>
          </a:p>
          <a:p>
            <a:pPr>
              <a:spcBef>
                <a:spcPts val="800"/>
              </a:spcBef>
              <a:defRPr sz="1800"/>
            </a:pPr>
            <a:r>
              <a:t>  矿场运营商、矿机托管服务商、大型矿工、机构投资者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💎 核心价值</a:t>
            </a:r>
          </a:p>
          <a:p>
            <a:pPr>
              <a:spcBef>
                <a:spcPts val="800"/>
              </a:spcBef>
              <a:defRPr sz="1800"/>
            </a:pPr>
            <a:r>
              <a:t>  数据驱动的挖矿决策</a:t>
            </a:r>
          </a:p>
          <a:p>
            <a:pPr>
              <a:spcBef>
                <a:spcPts val="800"/>
              </a:spcBef>
              <a:defRPr sz="1800"/>
            </a:pPr>
            <a:r>
              <a:t>  专业级财务管理</a:t>
            </a:r>
          </a:p>
          <a:p>
            <a:pPr>
              <a:spcBef>
                <a:spcPts val="800"/>
              </a:spcBef>
              <a:defRPr sz="1800"/>
            </a:pPr>
            <a:r>
              <a:t>  透明化客户服务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🛡️ 技术保障</a:t>
            </a:r>
          </a:p>
          <a:p>
            <a:pPr>
              <a:spcBef>
                <a:spcPts val="800"/>
              </a:spcBef>
              <a:defRPr sz="1800"/>
            </a:pPr>
            <a:r>
              <a:t>  企业级安全、99.95% SLA、9.8倍性能优化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5大核心功能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/>
            </a:pPr>
            <a:r>
              <a:t>1️⃣ 智能挖矿计算器</a:t>
            </a:r>
          </a:p>
          <a:p>
            <a:pPr>
              <a:spcBef>
                <a:spcPts val="800"/>
              </a:spcBef>
              <a:defRPr sz="1800"/>
            </a:pPr>
            <a:r>
              <a:t>   • 支持17+矿机型号，双算法验证</a:t>
            </a:r>
          </a:p>
          <a:p>
            <a:pPr>
              <a:spcBef>
                <a:spcPts val="800"/>
              </a:spcBef>
              <a:defRPr sz="1800"/>
            </a:pPr>
            <a:r>
              <a:t>   • 批量计算5000+矿机，电力削减分析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2️⃣ 专业技术分析平台</a:t>
            </a:r>
          </a:p>
          <a:p>
            <a:pPr>
              <a:spcBef>
                <a:spcPts val="800"/>
              </a:spcBef>
              <a:defRPr sz="1800"/>
            </a:pPr>
            <a:r>
              <a:t>   • 10大信号模块，RSI/MACD/布林带</a:t>
            </a:r>
          </a:p>
          <a:p>
            <a:pPr>
              <a:spcBef>
                <a:spcPts val="800"/>
              </a:spcBef>
              <a:defRPr sz="1800"/>
            </a:pPr>
            <a:r>
              <a:t>   • 智能市场情绪评分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3️⃣ Treasury财资管理</a:t>
            </a:r>
          </a:p>
          <a:p>
            <a:pPr>
              <a:spcBef>
                <a:spcPts val="800"/>
              </a:spcBef>
              <a:defRPr sz="1800"/>
            </a:pPr>
            <a:r>
              <a:t>   • BTC库存追踪，卖出策略模板</a:t>
            </a:r>
          </a:p>
          <a:p>
            <a:pPr>
              <a:spcBef>
                <a:spcPts val="800"/>
              </a:spcBef>
              <a:defRPr sz="1800"/>
            </a:pPr>
            <a:r>
              <a:t>   • 订单执行优化，回测引擎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4️⃣ CRM客户管理</a:t>
            </a:r>
          </a:p>
          <a:p>
            <a:pPr>
              <a:spcBef>
                <a:spcPts val="800"/>
              </a:spcBef>
              <a:defRPr sz="1800"/>
            </a:pPr>
            <a:r>
              <a:t>   • 客户生命周期管理，佣金自动计算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5️⃣ 企业级安全</a:t>
            </a:r>
          </a:p>
          <a:p>
            <a:pPr>
              <a:spcBef>
                <a:spcPts val="800"/>
              </a:spcBef>
              <a:defRPr sz="1800"/>
            </a:pPr>
            <a:r>
              <a:t>   • KMS加密、mTLS认证、SOC 2合规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技术优势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SLA可用性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≥99.95%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错误预算 ≤21.6分钟/月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API延迟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p95 ≤250ms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快速响应保障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错误率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≤0.1%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高可靠性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性能提升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Request Coalescing优化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批量处理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5000+矿机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单次并发计算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6大产品亮点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/>
            </a:pPr>
            <a:r>
              <a:t>1️⃣ 业界唯一的双算法验证系统</a:t>
            </a:r>
          </a:p>
          <a:p>
            <a:pPr>
              <a:spcBef>
                <a:spcPts val="800"/>
              </a:spcBef>
              <a:defRPr sz="1800"/>
            </a:pPr>
            <a:r>
              <a:t>   确保计算结果准确性，避免投资失误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2️⃣ 9.8倍性能提升的Request Coalescing</a:t>
            </a:r>
          </a:p>
          <a:p>
            <a:pPr>
              <a:spcBef>
                <a:spcPts val="800"/>
              </a:spcBef>
              <a:defRPr sz="1800"/>
            </a:pPr>
            <a:r>
              <a:t>   业界领先的并发请求合并技术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3️⃣ 专业级Treasury财资管理</a:t>
            </a:r>
          </a:p>
          <a:p>
            <a:pPr>
              <a:spcBef>
                <a:spcPts val="800"/>
              </a:spcBef>
              <a:defRPr sz="1800"/>
            </a:pPr>
            <a:r>
              <a:t>   机构投资者级别的BTC库存管理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4️⃣ 10大智能信号聚合系统</a:t>
            </a:r>
          </a:p>
          <a:p>
            <a:pPr>
              <a:spcBef>
                <a:spcPts val="800"/>
              </a:spcBef>
              <a:defRPr sz="1800"/>
            </a:pPr>
            <a:r>
              <a:t>   融合技术分析、链上数据、衍生品市场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5️⃣ 企业级安全合规</a:t>
            </a:r>
          </a:p>
          <a:p>
            <a:pPr>
              <a:spcBef>
                <a:spcPts val="800"/>
              </a:spcBef>
              <a:defRPr sz="1800"/>
            </a:pPr>
            <a:r>
              <a:t>   KMS加密、mTLS认证、SOC 2就绪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6️⃣ 完全页面隔离架构</a:t>
            </a:r>
          </a:p>
          <a:p>
            <a:pPr>
              <a:spcBef>
                <a:spcPts val="800"/>
              </a:spcBef>
              <a:defRPr sz="1800"/>
            </a:pPr>
            <a:r>
              <a:t>   模块化设计，灵活扩展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典型使用场景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/>
            </a:pPr>
            <a:r>
              <a:t>🏭 大型矿场运营</a:t>
            </a:r>
          </a:p>
          <a:p>
            <a:pPr>
              <a:spcBef>
                <a:spcPts val="800"/>
              </a:spcBef>
              <a:defRPr sz="1800"/>
            </a:pPr>
            <a:r>
              <a:t>   • 管理数千台矿机，实时监控收益</a:t>
            </a:r>
          </a:p>
          <a:p>
            <a:pPr>
              <a:spcBef>
                <a:spcPts val="800"/>
              </a:spcBef>
              <a:defRPr sz="1800"/>
            </a:pPr>
            <a:r>
              <a:t>   • 价值：计算效率提升10倍，电费优化节省15-20%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🏢 托管服务商</a:t>
            </a:r>
          </a:p>
          <a:p>
            <a:pPr>
              <a:spcBef>
                <a:spcPts val="800"/>
              </a:spcBef>
              <a:defRPr sz="1800"/>
            </a:pPr>
            <a:r>
              <a:t>   • 透明报价、实时收益追踪、专业报告</a:t>
            </a:r>
          </a:p>
          <a:p>
            <a:pPr>
              <a:spcBef>
                <a:spcPts val="800"/>
              </a:spcBef>
              <a:defRPr sz="1800"/>
            </a:pPr>
            <a:r>
              <a:t>   • 价值：客户信任度提升40%，服务标准化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💼 机构投资者</a:t>
            </a:r>
          </a:p>
          <a:p>
            <a:pPr>
              <a:spcBef>
                <a:spcPts val="800"/>
              </a:spcBef>
              <a:defRPr sz="1800"/>
            </a:pPr>
            <a:r>
              <a:t>   • 评估ROI、管理BTC库存、优化卖出策略</a:t>
            </a:r>
          </a:p>
          <a:p>
            <a:pPr>
              <a:spcBef>
                <a:spcPts val="800"/>
              </a:spcBef>
              <a:defRPr sz="1800"/>
            </a:pPr>
            <a:r>
              <a:t>   • 价值：投资决策有数据支撑，卖币时机优化提升10-15%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客户成功案例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/>
            </a:pPr>
            <a:r>
              <a:t>📊 案例1: 某100MW矿场</a:t>
            </a:r>
          </a:p>
          <a:p>
            <a:pPr>
              <a:spcBef>
                <a:spcPts val="800"/>
              </a:spcBef>
              <a:defRPr sz="1800"/>
            </a:pPr>
            <a:r>
              <a:t>   • 管理15,000+台矿机</a:t>
            </a:r>
          </a:p>
          <a:p>
            <a:pPr>
              <a:spcBef>
                <a:spcPts val="800"/>
              </a:spcBef>
              <a:defRPr sz="1800"/>
            </a:pPr>
            <a:r>
              <a:t>   • 成果：收益计算从2小时→5分钟</a:t>
            </a:r>
          </a:p>
          <a:p>
            <a:pPr>
              <a:spcBef>
                <a:spcPts val="800"/>
              </a:spcBef>
              <a:defRPr sz="1800"/>
            </a:pPr>
            <a:r>
              <a:t>           电费优化节省年度成本$180万</a:t>
            </a:r>
          </a:p>
          <a:p>
            <a:pPr>
              <a:spcBef>
                <a:spcPts val="800"/>
              </a:spcBef>
              <a:defRPr sz="1800"/>
            </a:pPr>
            <a:r>
              <a:t>           客户投诉减少70%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🎯 案例2: 某托管服务商</a:t>
            </a:r>
          </a:p>
          <a:p>
            <a:pPr>
              <a:spcBef>
                <a:spcPts val="800"/>
              </a:spcBef>
              <a:defRPr sz="1800"/>
            </a:pPr>
            <a:r>
              <a:t>   • 为300+客户提供矿机托管</a:t>
            </a:r>
          </a:p>
          <a:p>
            <a:pPr>
              <a:spcBef>
                <a:spcPts val="800"/>
              </a:spcBef>
              <a:defRPr sz="1800"/>
            </a:pPr>
            <a:r>
              <a:t>   • 成果：客户管理成本降低60%</a:t>
            </a:r>
          </a:p>
          <a:p>
            <a:pPr>
              <a:spcBef>
                <a:spcPts val="800"/>
              </a:spcBef>
              <a:defRPr sz="1800"/>
            </a:pPr>
            <a:r>
              <a:t>           新客户转化率提升35%</a:t>
            </a:r>
          </a:p>
          <a:p>
            <a:pPr>
              <a:spcBef>
                <a:spcPts val="800"/>
              </a:spcBef>
              <a:defRPr sz="1800"/>
            </a:pPr>
            <a:r>
              <a:t>           增值服务收入增加$50万/年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灵活的订阅计划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计划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适用对象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个人矿工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基础计算器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$199/月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中小矿场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批量计算、技术分析、CRM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$999/月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大型机构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全功能、Treasury、优先支持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定制报价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超大规模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私有部署、专属服务器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联系我们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/>
            </a:pPr>
            <a:r>
              <a:t>📧 商务合作</a:t>
            </a:r>
          </a:p>
          <a:p>
            <a:pPr>
              <a:spcBef>
                <a:spcPts val="800"/>
              </a:spcBef>
              <a:defRPr sz="1800"/>
            </a:pPr>
            <a:r>
              <a:t>   sales@hashinsight.io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🛠️ 技术支持</a:t>
            </a:r>
          </a:p>
          <a:p>
            <a:pPr>
              <a:spcBef>
                <a:spcPts val="800"/>
              </a:spcBef>
              <a:defRPr sz="1800"/>
            </a:pPr>
            <a:r>
              <a:t>   support@hashinsight.io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🌐 官方网站</a:t>
            </a:r>
          </a:p>
          <a:p>
            <a:pPr>
              <a:spcBef>
                <a:spcPts val="800"/>
              </a:spcBef>
              <a:defRPr sz="1800"/>
            </a:pPr>
            <a:r>
              <a:t>   https://hashinsight.io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💼 企业级支持</a:t>
            </a:r>
          </a:p>
          <a:p>
            <a:pPr>
              <a:spcBef>
                <a:spcPts val="800"/>
              </a:spcBef>
              <a:defRPr sz="1800"/>
            </a:pPr>
            <a:r>
              <a:t>   • 24/7技术支持热线</a:t>
            </a:r>
          </a:p>
          <a:p>
            <a:pPr>
              <a:spcBef>
                <a:spcPts val="800"/>
              </a:spcBef>
              <a:defRPr sz="1800"/>
            </a:pPr>
            <a:r>
              <a:t>   • 1小时响应SLA</a:t>
            </a:r>
          </a:p>
          <a:p>
            <a:pPr>
              <a:spcBef>
                <a:spcPts val="800"/>
              </a:spcBef>
              <a:defRPr sz="1800"/>
            </a:pPr>
            <a:r>
              <a:t>   • 专属客户成功经理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